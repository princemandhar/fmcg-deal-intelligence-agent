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FMCG Deal Intelligence Newsletter</a:t>
            </a:r>
          </a:p>
        </p:txBody>
      </p:sp>
      <p:sp>
        <p:nvSpPr>
          <p:cNvPr id="3" name="Subtitle 2"/>
          <p:cNvSpPr>
            <a:spLocks noGrp="1"/>
          </p:cNvSpPr>
          <p:nvPr>
            <p:ph type="subTitle" idx="1"/>
          </p:nvPr>
        </p:nvSpPr>
        <p:spPr/>
        <p:txBody>
          <a:bodyPr/>
          <a:lstStyle/>
          <a:p>
            <a:r>
              <a:t>Generated 15 Jul 2026, 06:31 UTC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wrap="square"/>
          <a:lstStyle/>
          <a:p>
            <a:r>
              <a:t>This edition tracks 2 notable FMCG deal-related developments, with 'acquisition' activity leading the pack. Highlights include movement around Hindustan Unilever to acquire D2C skincare brand Minimalist, Dabur India explores acquisition of herbal FMCG startup. As always, treat lower-credibility items as directional rather than confirmed.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 Deals (1-2)</a:t>
            </a:r>
          </a:p>
        </p:txBody>
      </p:sp>
      <p:sp>
        <p:nvSpPr>
          <p:cNvPr id="3" name="Content Placeholder 2"/>
          <p:cNvSpPr>
            <a:spLocks noGrp="1"/>
          </p:cNvSpPr>
          <p:nvPr>
            <p:ph idx="1"/>
          </p:nvPr>
        </p:nvSpPr>
        <p:spPr/>
        <p:txBody>
          <a:bodyPr wrap="square"/>
          <a:lstStyle/>
          <a:p>
            <a:pPr>
              <a:defRPr sz="1600"/>
            </a:pPr>
            <a:r>
              <a:t>Hindustan Unilever to acquire D2C skincare brand Minimalist — Acquisition (Rs 2,955 crore)</a:t>
            </a:r>
          </a:p>
          <a:p>
            <a:pPr>
              <a:defRPr sz="1600"/>
            </a:pPr>
            <a:r>
              <a:t>Dabur India explores acquisition of herbal FMCG startup — Acquisition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Trend Snapshot</a:t>
            </a:r>
          </a:p>
        </p:txBody>
      </p:sp>
      <p:sp>
        <p:nvSpPr>
          <p:cNvPr id="3" name="Content Placeholder 2"/>
          <p:cNvSpPr>
            <a:spLocks noGrp="1"/>
          </p:cNvSpPr>
          <p:nvPr>
            <p:ph idx="1"/>
          </p:nvPr>
        </p:nvSpPr>
        <p:spPr/>
        <p:txBody>
          <a:bodyPr/>
          <a:lstStyle/>
          <a:p>
            <a:r>
              <a:t>Acquisition: 2 deal(s)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